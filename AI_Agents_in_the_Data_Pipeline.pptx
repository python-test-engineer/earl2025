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8" r:id="rId3"/>
    <p:sldId id="258" r:id="rId4"/>
    <p:sldId id="275" r:id="rId5"/>
    <p:sldId id="298" r:id="rId6"/>
    <p:sldId id="297" r:id="rId7"/>
    <p:sldId id="261" r:id="rId8"/>
    <p:sldId id="291" r:id="rId9"/>
    <p:sldId id="263" r:id="rId10"/>
    <p:sldId id="273" r:id="rId11"/>
    <p:sldId id="296" r:id="rId12"/>
    <p:sldId id="300" r:id="rId13"/>
    <p:sldId id="283" r:id="rId14"/>
    <p:sldId id="290" r:id="rId15"/>
    <p:sldId id="284" r:id="rId16"/>
    <p:sldId id="285" r:id="rId17"/>
    <p:sldId id="287" r:id="rId18"/>
    <p:sldId id="265" r:id="rId19"/>
    <p:sldId id="292" r:id="rId20"/>
    <p:sldId id="294" r:id="rId21"/>
    <p:sldId id="289" r:id="rId22"/>
    <p:sldId id="267" r:id="rId23"/>
    <p:sldId id="295" r:id="rId24"/>
    <p:sldId id="293" r:id="rId25"/>
    <p:sldId id="279" r:id="rId26"/>
    <p:sldId id="277" r:id="rId27"/>
    <p:sldId id="280" r:id="rId28"/>
    <p:sldId id="281" r:id="rId29"/>
    <p:sldId id="268" r:id="rId30"/>
    <p:sldId id="270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328" y="3922133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15944" y="1246412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3177E-9923-FE25-C0D5-227D4616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5DC67-ADA8-1FC2-1A6A-8D4278688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1A7E0-034B-F6BF-2DCD-50420590A298}"/>
              </a:ext>
            </a:extLst>
          </p:cNvPr>
          <p:cNvSpPr txBox="1"/>
          <p:nvPr/>
        </p:nvSpPr>
        <p:spPr>
          <a:xfrm>
            <a:off x="919314" y="1757404"/>
            <a:ext cx="110652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Just one API endpoint – ‘AI as API’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Instructions are written on client side and sent with request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Use Natural Language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An example prompt…</a:t>
            </a:r>
          </a:p>
        </p:txBody>
      </p:sp>
    </p:spTree>
    <p:extLst>
      <p:ext uri="{BB962C8B-B14F-4D97-AF65-F5344CB8AC3E}">
        <p14:creationId xmlns:p14="http://schemas.microsoft.com/office/powerpoint/2010/main" val="1775693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A25C6-976C-C0B9-F0CA-A9DF5234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4B778B-094A-B174-63FC-3298F8901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914" y="202896"/>
            <a:ext cx="7702172" cy="64522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783DC3-8F3E-63B0-F158-14B6931E6CDB}"/>
              </a:ext>
            </a:extLst>
          </p:cNvPr>
          <p:cNvSpPr txBox="1"/>
          <p:nvPr/>
        </p:nvSpPr>
        <p:spPr>
          <a:xfrm>
            <a:off x="3741576" y="289249"/>
            <a:ext cx="6344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06_demo_prompt_google_crm.md</a:t>
            </a:r>
          </a:p>
        </p:txBody>
      </p:sp>
    </p:spTree>
    <p:extLst>
      <p:ext uri="{BB962C8B-B14F-4D97-AF65-F5344CB8AC3E}">
        <p14:creationId xmlns:p14="http://schemas.microsoft.com/office/powerpoint/2010/main" val="2026532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E12D-78AF-C433-0B30-1E35B82B1C36}"/>
              </a:ext>
            </a:extLst>
          </p:cNvPr>
          <p:cNvSpPr txBox="1"/>
          <p:nvPr/>
        </p:nvSpPr>
        <p:spPr>
          <a:xfrm>
            <a:off x="4040154" y="78966"/>
            <a:ext cx="78470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 final Cline demo the cost per intelligence has dropped by a factor of 2-4 in last 3 months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826008" y="5520044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90E9E0-3E69-222D-D1D1-3AA93F4E5B82}"/>
              </a:ext>
            </a:extLst>
          </p:cNvPr>
          <p:cNvSpPr txBox="1"/>
          <p:nvPr/>
        </p:nvSpPr>
        <p:spPr>
          <a:xfrm>
            <a:off x="826008" y="4480199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We saw an example of a prompt earlier – ‘payload’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6A6612-87DC-2CBE-FBAA-EA5FEBC23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C6EBFC-5D59-3933-7858-ED6A34042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A01CC-4033-40A6-CFC2-90F79BC9E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086" y="426827"/>
            <a:ext cx="10589942" cy="5992634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EDCE84B9-A78C-3A76-ED4B-41EBC59068D2}"/>
              </a:ext>
            </a:extLst>
          </p:cNvPr>
          <p:cNvSpPr/>
          <p:nvPr/>
        </p:nvSpPr>
        <p:spPr>
          <a:xfrm rot="5400000">
            <a:off x="5635689" y="1618663"/>
            <a:ext cx="690465" cy="1749687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AB8900-4207-5BE1-E8CC-3C960EEE6EA8}"/>
              </a:ext>
            </a:extLst>
          </p:cNvPr>
          <p:cNvSpPr txBox="1"/>
          <p:nvPr/>
        </p:nvSpPr>
        <p:spPr>
          <a:xfrm>
            <a:off x="5486399" y="1033413"/>
            <a:ext cx="51691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Tell me about Brighton…</a:t>
            </a:r>
            <a:r>
              <a:rPr lang="en-GB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03782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0814" y="1106273"/>
            <a:ext cx="5171186" cy="48320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230154" y="115445"/>
            <a:ext cx="81134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last three are YES in EDITOR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in 100 words…” </a:t>
            </a:r>
            <a:r>
              <a:rPr lang="en-GB" sz="3200" dirty="0">
                <a:solidFill>
                  <a:srgbClr val="3A3A3A"/>
                </a:solidFill>
              </a:rPr>
              <a:t>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“I need more info…” </a:t>
            </a:r>
            <a:r>
              <a:rPr lang="en-GB" sz="3200" dirty="0"/>
              <a:t>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</a:t>
            </a:r>
            <a:r>
              <a:rPr lang="en-GB" sz="3200" b="1" i="1" dirty="0">
                <a:solidFill>
                  <a:schemeClr val="accent2">
                    <a:lumMod val="75000"/>
                  </a:schemeClr>
                </a:solidFill>
              </a:rPr>
              <a:t>here is some data from our company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78B948B6-10B8-C7D7-2192-CE381BA2993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37807436"/>
              </p:ext>
            </p:extLst>
          </p:nvPr>
        </p:nvGraphicFramePr>
        <p:xfrm>
          <a:off x="92075" y="92075"/>
          <a:ext cx="11811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1181065" imgH="518018" progId="Package">
                  <p:embed/>
                </p:oleObj>
              </mc:Choice>
              <mc:Fallback>
                <p:oleObj name="Packager Shell Object" showAsIcon="1" r:id="rId2" imgW="1181065" imgH="518018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2075" y="92075"/>
                        <a:ext cx="11811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3" y="1955299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the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</a:t>
            </a:r>
          </a:p>
          <a:p>
            <a:pPr algn="ctr"/>
            <a:r>
              <a:rPr lang="en-GB" sz="3200" b="1" dirty="0"/>
              <a:t>adding more context/info on demand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pass the response to a critique and the response from that to a 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sz="4000" dirty="0"/>
              <a:t>What about tools others have created?</a:t>
            </a:r>
          </a:p>
          <a:p>
            <a:pPr marL="0" indent="0">
              <a:buNone/>
            </a:pPr>
            <a:r>
              <a:rPr lang="en-GB" sz="4000" dirty="0"/>
              <a:t>How can an Agent discover what tools are available, how to use them with what ever arguments are needed and how to execute them? (</a:t>
            </a:r>
            <a:r>
              <a:rPr lang="en-GB" sz="4000" i="1" dirty="0"/>
              <a:t>like when we go to PyPi to get libraries</a:t>
            </a:r>
            <a:r>
              <a:rPr lang="en-GB" sz="4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sz="4000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sz="4000" dirty="0"/>
              <a:t>The Agent runs the </a:t>
            </a:r>
            <a:r>
              <a:rPr lang="en-GB" sz="4000" dirty="0" err="1"/>
              <a:t>pipx</a:t>
            </a:r>
            <a:r>
              <a:rPr lang="en-GB" sz="4000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4000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GB" sz="4000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600" dirty="0"/>
          </a:p>
          <a:p>
            <a:pPr marL="0" indent="0">
              <a:buNone/>
            </a:pPr>
            <a:r>
              <a:rPr lang="en-GB" sz="4000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641893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4000" dirty="0"/>
              <a:t>Using Cline to create a complete pipeline…in practice </a:t>
            </a:r>
            <a:r>
              <a:rPr lang="en-GB" sz="4000" dirty="0" err="1"/>
              <a:t>devs</a:t>
            </a:r>
            <a:r>
              <a:rPr lang="en-GB" sz="4000" dirty="0"/>
              <a:t> do it bit by bit.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0654A0-0608-CB3F-A7DE-4EB046A954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5839" y="2842037"/>
            <a:ext cx="6645997" cy="3468141"/>
          </a:xfrm>
          <a:prstGeom prst="rect">
            <a:avLst/>
          </a:prstGeom>
        </p:spPr>
      </p:pic>
      <p:sp>
        <p:nvSpPr>
          <p:cNvPr id="5" name="Arrow: Left 4">
            <a:extLst>
              <a:ext uri="{FF2B5EF4-FFF2-40B4-BE49-F238E27FC236}">
                <a16:creationId xmlns:a16="http://schemas.microsoft.com/office/drawing/2014/main" id="{EAEB8DA3-0059-566F-8C14-7FB67F4B8610}"/>
              </a:ext>
            </a:extLst>
          </p:cNvPr>
          <p:cNvSpPr/>
          <p:nvPr/>
        </p:nvSpPr>
        <p:spPr>
          <a:xfrm>
            <a:off x="5581238" y="4140044"/>
            <a:ext cx="1272865" cy="364636"/>
          </a:xfrm>
          <a:prstGeom prst="lef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giving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1461</Words>
  <Application>Microsoft Office PowerPoint</Application>
  <PresentationFormat>Widescreen</PresentationFormat>
  <Paragraphs>163</Paragraphs>
  <Slides>30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Consolas</vt:lpstr>
      <vt:lpstr>Office Theme</vt:lpstr>
      <vt:lpstr>Packager Shell Object</vt:lpstr>
      <vt:lpstr>AI Agents in the Data Pipeline</vt:lpstr>
      <vt:lpstr>About me</vt:lpstr>
      <vt:lpstr>Desired Outcomes</vt:lpstr>
      <vt:lpstr>Raw code implementation of an Agent</vt:lpstr>
      <vt:lpstr>Raw code implementation of an Agent</vt:lpstr>
      <vt:lpstr>PowerPoint Presentation</vt:lpstr>
      <vt:lpstr>Agenda </vt:lpstr>
      <vt:lpstr>Model costs</vt:lpstr>
      <vt:lpstr>What is an AI Agent?</vt:lpstr>
      <vt:lpstr>Raw code implementation of an Agent</vt:lpstr>
      <vt:lpstr>PowerPoint Presentation</vt:lpstr>
      <vt:lpstr>PowerPoint Presentation</vt:lpstr>
      <vt:lpstr>Prompt Engineering</vt:lpstr>
      <vt:lpstr>Context Engineering</vt:lpstr>
      <vt:lpstr>Supplying more Context (information)</vt:lpstr>
      <vt:lpstr>What is Tool/Function calling? </vt:lpstr>
      <vt:lpstr>Reflection Pattern - looping</vt:lpstr>
      <vt:lpstr>What is Tool/Function calling?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122</cp:revision>
  <dcterms:created xsi:type="dcterms:W3CDTF">2025-08-05T17:00:53Z</dcterms:created>
  <dcterms:modified xsi:type="dcterms:W3CDTF">2025-10-15T13:21:09Z</dcterms:modified>
</cp:coreProperties>
</file>