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8" r:id="rId3"/>
    <p:sldId id="258" r:id="rId4"/>
    <p:sldId id="275" r:id="rId5"/>
    <p:sldId id="298" r:id="rId6"/>
    <p:sldId id="297" r:id="rId7"/>
    <p:sldId id="261" r:id="rId8"/>
    <p:sldId id="291" r:id="rId9"/>
    <p:sldId id="263" r:id="rId10"/>
    <p:sldId id="282" r:id="rId11"/>
    <p:sldId id="273" r:id="rId12"/>
    <p:sldId id="296" r:id="rId13"/>
    <p:sldId id="283" r:id="rId14"/>
    <p:sldId id="290" r:id="rId15"/>
    <p:sldId id="284" r:id="rId16"/>
    <p:sldId id="285" r:id="rId17"/>
    <p:sldId id="265" r:id="rId18"/>
    <p:sldId id="287" r:id="rId19"/>
    <p:sldId id="292" r:id="rId20"/>
    <p:sldId id="294" r:id="rId21"/>
    <p:sldId id="289" r:id="rId22"/>
    <p:sldId id="267" r:id="rId23"/>
    <p:sldId id="295" r:id="rId24"/>
    <p:sldId id="293" r:id="rId25"/>
    <p:sldId id="279" r:id="rId26"/>
    <p:sldId id="277" r:id="rId27"/>
    <p:sldId id="280" r:id="rId28"/>
    <p:sldId id="281" r:id="rId29"/>
    <p:sldId id="268" r:id="rId30"/>
    <p:sldId id="278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328" y="3922133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15944" y="1246412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3177E-9923-FE25-C0D5-227D4616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5DC67-ADA8-1FC2-1A6A-8D4278688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1A7E0-034B-F6BF-2DCD-50420590A298}"/>
              </a:ext>
            </a:extLst>
          </p:cNvPr>
          <p:cNvSpPr txBox="1"/>
          <p:nvPr/>
        </p:nvSpPr>
        <p:spPr>
          <a:xfrm>
            <a:off x="919314" y="1757404"/>
            <a:ext cx="110652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Just one API endpoint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Instructions are written on client and sent with request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Use Natural Language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An example prompt…</a:t>
            </a:r>
          </a:p>
        </p:txBody>
      </p:sp>
    </p:spTree>
    <p:extLst>
      <p:ext uri="{BB962C8B-B14F-4D97-AF65-F5344CB8AC3E}">
        <p14:creationId xmlns:p14="http://schemas.microsoft.com/office/powerpoint/2010/main" val="1775693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A25C6-976C-C0B9-F0CA-A9DF5234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4B778B-094A-B174-63FC-3298F890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783DC3-8F3E-63B0-F158-14B6931E6CDB}"/>
              </a:ext>
            </a:extLst>
          </p:cNvPr>
          <p:cNvSpPr txBox="1"/>
          <p:nvPr/>
        </p:nvSpPr>
        <p:spPr>
          <a:xfrm>
            <a:off x="3741576" y="289249"/>
            <a:ext cx="6344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06_demo_prompt_google_crm.md</a:t>
            </a:r>
          </a:p>
        </p:txBody>
      </p:sp>
    </p:spTree>
    <p:extLst>
      <p:ext uri="{BB962C8B-B14F-4D97-AF65-F5344CB8AC3E}">
        <p14:creationId xmlns:p14="http://schemas.microsoft.com/office/powerpoint/2010/main" val="20265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E12D-78AF-C433-0B30-1E35B82B1C36}"/>
              </a:ext>
            </a:extLst>
          </p:cNvPr>
          <p:cNvSpPr txBox="1"/>
          <p:nvPr/>
        </p:nvSpPr>
        <p:spPr>
          <a:xfrm>
            <a:off x="4040154" y="78966"/>
            <a:ext cx="7847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 final Cline demo the cost per intelligence has dropped by a factor of 2-4 in last 3 months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example/ChatGPT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A6612-87DC-2CBE-FBAA-EA5FEBC2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6EBFC-5D59-3933-7858-ED6A34042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A01CC-4033-40A6-CFC2-90F79BC9E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086" y="426827"/>
            <a:ext cx="10589942" cy="5992634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DCE84B9-A78C-3A76-ED4B-41EBC59068D2}"/>
              </a:ext>
            </a:extLst>
          </p:cNvPr>
          <p:cNvSpPr/>
          <p:nvPr/>
        </p:nvSpPr>
        <p:spPr>
          <a:xfrm rot="5400000">
            <a:off x="5635689" y="1618663"/>
            <a:ext cx="690465" cy="174968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78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in 100 words…” </a:t>
            </a:r>
            <a:r>
              <a:rPr lang="en-GB" sz="3200" dirty="0">
                <a:solidFill>
                  <a:srgbClr val="3A3A3A"/>
                </a:solidFill>
              </a:rPr>
              <a:t>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“I need more info…” </a:t>
            </a:r>
            <a:r>
              <a:rPr lang="en-GB" sz="3200" dirty="0"/>
              <a:t>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here is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some data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pass the response to a critique and the </a:t>
            </a:r>
            <a:r>
              <a:rPr lang="en-GB"/>
              <a:t>response from that to a </a:t>
            </a:r>
            <a:r>
              <a:rPr lang="en-GB" dirty="0"/>
              <a:t>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1530</Words>
  <Application>Microsoft Office PowerPoint</Application>
  <PresentationFormat>Widescreen</PresentationFormat>
  <Paragraphs>171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Office Theme</vt:lpstr>
      <vt:lpstr>AI Agents in the Data Pipeline</vt:lpstr>
      <vt:lpstr>About me</vt:lpstr>
      <vt:lpstr>Desired Outcomes</vt:lpstr>
      <vt:lpstr>Raw code implementation of an Agent</vt:lpstr>
      <vt:lpstr>Raw code implementation of an Agent</vt:lpstr>
      <vt:lpstr>PowerPoint Presentation</vt:lpstr>
      <vt:lpstr>Agenda </vt:lpstr>
      <vt:lpstr>Model costs</vt:lpstr>
      <vt:lpstr>What is an AI Agent?</vt:lpstr>
      <vt:lpstr>Using email as an example/ChatGPT</vt:lpstr>
      <vt:lpstr>Raw code implementation of an Agent</vt:lpstr>
      <vt:lpstr>PowerPoint Presentation</vt:lpstr>
      <vt:lpstr>Prompt Engineering</vt:lpstr>
      <vt:lpstr>Context Engineering</vt:lpstr>
      <vt:lpstr>Supplying more Context (information)</vt:lpstr>
      <vt:lpstr>What is Tool/Function calling? </vt:lpstr>
      <vt:lpstr>What is Tool/Function calling?</vt:lpstr>
      <vt:lpstr>Reflection Pattern - looping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116</cp:revision>
  <dcterms:created xsi:type="dcterms:W3CDTF">2025-08-05T17:00:53Z</dcterms:created>
  <dcterms:modified xsi:type="dcterms:W3CDTF">2025-10-15T06:51:11Z</dcterms:modified>
</cp:coreProperties>
</file>