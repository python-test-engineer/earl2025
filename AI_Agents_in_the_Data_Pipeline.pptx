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75" r:id="rId4"/>
    <p:sldId id="291" r:id="rId5"/>
    <p:sldId id="261" r:id="rId6"/>
    <p:sldId id="288" r:id="rId7"/>
    <p:sldId id="263" r:id="rId8"/>
    <p:sldId id="282" r:id="rId9"/>
    <p:sldId id="273" r:id="rId10"/>
    <p:sldId id="283" r:id="rId11"/>
    <p:sldId id="290" r:id="rId12"/>
    <p:sldId id="284" r:id="rId13"/>
    <p:sldId id="285" r:id="rId14"/>
    <p:sldId id="265" r:id="rId15"/>
    <p:sldId id="276" r:id="rId16"/>
    <p:sldId id="292" r:id="rId17"/>
    <p:sldId id="287" r:id="rId18"/>
    <p:sldId id="294" r:id="rId19"/>
    <p:sldId id="289" r:id="rId20"/>
    <p:sldId id="267" r:id="rId21"/>
    <p:sldId id="295" r:id="rId22"/>
    <p:sldId id="293" r:id="rId23"/>
    <p:sldId id="279" r:id="rId24"/>
    <p:sldId id="277" r:id="rId25"/>
    <p:sldId id="280" r:id="rId26"/>
    <p:sldId id="281" r:id="rId27"/>
    <p:sldId id="268" r:id="rId28"/>
    <p:sldId id="278" r:id="rId29"/>
    <p:sldId id="27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7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04/10/2025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This also contains links to a video of the BrighonPy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talk/workshop on </a:t>
            </a:r>
            <a:r>
              <a:rPr lang="en-GB" sz="2000" b="1" dirty="0">
                <a:solidFill>
                  <a:srgbClr val="3A3A3A"/>
                </a:solidFill>
              </a:rPr>
              <a:t>‘AI as API’ </a:t>
            </a:r>
            <a:r>
              <a:rPr lang="en-GB" sz="2000" dirty="0">
                <a:solidFill>
                  <a:srgbClr val="3A3A3A"/>
                </a:solidFill>
              </a:rPr>
              <a:t>and the repo for the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PyData Southampton Meetup </a:t>
            </a:r>
            <a:r>
              <a:rPr lang="en-GB" sz="2000" b="1" dirty="0">
                <a:solidFill>
                  <a:srgbClr val="3A3A3A"/>
                </a:solidFill>
              </a:rPr>
              <a:t>‘AI Agents in The Data Pipeline’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37523" y="3549142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 </a:t>
            </a: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demystify and simplify what an Agent is.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  <a:endParaRPr lang="en-GB" sz="8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 – a POST API Request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Understand what Tool/Function calling are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Model Context Protocol – changing app architecture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 of some patterns 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Final demo of Cline building a data pipeline from scratch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6708" y="1049967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311" y="3440898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Using email as an 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 for us and return a response.</a:t>
            </a:r>
          </a:p>
          <a:p>
            <a:endParaRPr lang="en-GB" sz="3200" dirty="0"/>
          </a:p>
          <a:p>
            <a:r>
              <a:rPr lang="en-GB" sz="3200" dirty="0"/>
              <a:t>An LLM call in an Agent is similar…we send an ‘email’ of instructions and attached data to an ENDPOINT.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919314" y="4530903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921267"/>
            <a:ext cx="99610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in 100 words</a:t>
            </a:r>
            <a:r>
              <a:rPr lang="en-GB" sz="3200" dirty="0">
                <a:solidFill>
                  <a:srgbClr val="3A3A3A"/>
                </a:solidFill>
              </a:rPr>
              <a:t>…” 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“I need more info…” 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and </a:t>
            </a:r>
            <a:r>
              <a:rPr lang="en-GB" sz="3200" i="1" dirty="0">
                <a:solidFill>
                  <a:schemeClr val="accent5">
                    <a:lumMod val="75000"/>
                  </a:schemeClr>
                </a:solidFill>
              </a:rPr>
              <a:t>here is some data from our company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4" y="1320818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rgbClr val="7030A0"/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rgbClr val="7030A0"/>
              </a:solidFill>
            </a:endParaRPr>
          </a:p>
          <a:p>
            <a:r>
              <a:rPr lang="en-GB" sz="3200" dirty="0">
                <a:solidFill>
                  <a:srgbClr val="7030A0"/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adding more context/info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372A0-C6B5-A8B9-B155-73E894AB4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E7C49-E989-DCE9-C58C-D01FC91F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 descr="A diagram of a tool&#10;&#10;AI-generated content may be incorrect.">
            <a:extLst>
              <a:ext uri="{FF2B5EF4-FFF2-40B4-BE49-F238E27FC236}">
                <a16:creationId xmlns:a16="http://schemas.microsoft.com/office/drawing/2014/main" id="{C4644611-2EC0-EC80-0CD0-9F952C9353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402" y="1234853"/>
            <a:ext cx="9420256" cy="527633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2775113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7A34F-8566-1D43-1E1A-5B374E4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901-41B6-AC57-6A2C-EAD6E956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A7566-C431-C15B-B505-DA5242F18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979432B5-419A-E653-E633-F2870B5CA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647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another to critique it and then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 (</a:t>
            </a:r>
            <a:r>
              <a:rPr lang="en-GB" i="1" dirty="0"/>
              <a:t>like when we go to PyPi to get libraries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4E474-D647-6DB6-0542-FC92842A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DD91B-7760-91E6-A95F-88CC86DA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7C6C-DEE9-69D0-4D7C-9C46D6DDB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39515601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briefly look at:</a:t>
            </a:r>
          </a:p>
          <a:p>
            <a:pPr marL="0" indent="0">
              <a:buNone/>
            </a:pPr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6"/>
            <a:ext cx="9519229" cy="4967221"/>
          </a:xfrm>
          <a:solidFill>
            <a:srgbClr val="FAF0E6"/>
          </a:solidFill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9000" b="1" dirty="0"/>
              <a:t>CLINE</a:t>
            </a:r>
            <a:r>
              <a:rPr lang="en-GB" sz="7000" b="1" dirty="0"/>
              <a:t>:</a:t>
            </a:r>
          </a:p>
          <a:p>
            <a:pPr marL="0" indent="0">
              <a:buNone/>
            </a:pPr>
            <a:r>
              <a:rPr lang="en-GB" sz="8000" dirty="0"/>
              <a:t>“I have a CSV for some sales data. </a:t>
            </a:r>
          </a:p>
          <a:p>
            <a:pPr marL="0" indent="0">
              <a:buNone/>
            </a:pPr>
            <a:r>
              <a:rPr lang="en-GB" sz="8000" dirty="0"/>
              <a:t>I have attached a sample 5 rows.</a:t>
            </a:r>
          </a:p>
          <a:p>
            <a:pPr marL="0" indent="0">
              <a:buNone/>
            </a:pPr>
            <a:r>
              <a:rPr lang="en-GB" sz="8000" dirty="0"/>
              <a:t>Make a simple ETL and data analysis </a:t>
            </a:r>
          </a:p>
          <a:p>
            <a:pPr marL="0" indent="0">
              <a:buNone/>
            </a:pPr>
            <a:r>
              <a:rPr lang="en-GB" sz="8000" dirty="0"/>
              <a:t>programme for it to show plots and graphs.”</a:t>
            </a:r>
          </a:p>
          <a:p>
            <a:pPr marL="0" indent="0">
              <a:buNone/>
            </a:pPr>
            <a:endParaRPr lang="en-GB" sz="2300" dirty="0"/>
          </a:p>
          <a:p>
            <a:pPr marL="0" indent="0">
              <a:buNone/>
            </a:pPr>
            <a:r>
              <a:rPr lang="en-GB" sz="90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`sales_etl_analysis` - please ignore and start afresh”]</a:t>
            </a:r>
          </a:p>
          <a:p>
            <a:pPr marL="0" indent="0">
              <a:buNone/>
            </a:pPr>
            <a:r>
              <a:rPr lang="en-GB" sz="8000" dirty="0"/>
              <a:t>There are two previous examples in the repo…</a:t>
            </a:r>
            <a:endParaRPr lang="en-GB" sz="7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</p:txBody>
      </p:sp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0487DA1-EF18-FF08-5FAB-D218076E3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177" y="107778"/>
            <a:ext cx="5140823" cy="301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12402" y="2545147"/>
            <a:ext cx="3215895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1452</Words>
  <Application>Microsoft Office PowerPoint</Application>
  <PresentationFormat>Widescreen</PresentationFormat>
  <Paragraphs>159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Consolas</vt:lpstr>
      <vt:lpstr>Office Theme</vt:lpstr>
      <vt:lpstr>AI Agents in the Data Pipeline</vt:lpstr>
      <vt:lpstr>Desired Outcomes</vt:lpstr>
      <vt:lpstr>Raw code implementation of an Agent</vt:lpstr>
      <vt:lpstr>Model costs</vt:lpstr>
      <vt:lpstr>Agenda </vt:lpstr>
      <vt:lpstr>About me</vt:lpstr>
      <vt:lpstr>What is an AI Agent?</vt:lpstr>
      <vt:lpstr>Using email as an example</vt:lpstr>
      <vt:lpstr>Raw code implementation of an Agent</vt:lpstr>
      <vt:lpstr>Prompt Engineering</vt:lpstr>
      <vt:lpstr>Context Engineering</vt:lpstr>
      <vt:lpstr>Supplying more Context (info)</vt:lpstr>
      <vt:lpstr>What is Tool/Function calling? </vt:lpstr>
      <vt:lpstr>What is Tool/Function calling?</vt:lpstr>
      <vt:lpstr>What is Tool/Function calling?</vt:lpstr>
      <vt:lpstr>What is Tool/Function calling?</vt:lpstr>
      <vt:lpstr>Reflection Pattern - looping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103</cp:revision>
  <dcterms:created xsi:type="dcterms:W3CDTF">2025-08-05T17:00:53Z</dcterms:created>
  <dcterms:modified xsi:type="dcterms:W3CDTF">2025-10-04T10:05:40Z</dcterms:modified>
</cp:coreProperties>
</file>